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D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16365C"/>
                </a:solidFill>
                <a:latin typeface="Tahoma"/>
              </a:rPr>
              <a:t>High-Throughput Image Classification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95959"/>
                </a:solidFill>
                <a:latin typeface="Tahoma"/>
              </a:rPr>
              <a:t>ระบบ API จำแนกรูปภาพด้วย FastAPI และ apple/mobilevit-small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94760"/>
            <a:ext cx="8595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16365C"/>
                </a:solidFill>
                <a:latin typeface="Tahoma"/>
              </a:rPr>
              <a:t>สมาชิก: ธนัสถ์ภณ อ่างทอง | จีฮาน สุทธินิพนธ์นาม | อกัณห์ เกษเพชร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วัตถุประสงค์ของโปรเจกต์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พัฒนา API สำหรับจำแนกรูปภาพที่สามารถเรียกใช้งานได้จริง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ปรับแต่งโมเดลให้เหมาะกับงาน inference บน CPU ด้วย ONNX และ Quantization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จัดการ request พร้อมกันโดยไม่ทำให้ API ค้าง</a:t>
            </a:r>
          </a:p>
          <a:p>
            <a:pPr>
              <a:spcAft>
                <a:spcPts val="800"/>
              </a:spcAft>
              <a:defRPr sz="2100">
                <a:solidFill>
                  <a:srgbClr val="282828"/>
                </a:solidFill>
                <a:latin typeface="Tahoma"/>
              </a:defRPr>
            </a:pPr>
            <a:r>
              <a:t>เตรียม Docker, CI/CD, Postman และ JMeter สำหรับกระบวนการ MLOps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โมเดลที่เลือกใช้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95959"/>
                </a:solidFill>
                <a:latin typeface="Tahoma"/>
              </a:rPr>
              <a:t>apple/mobilevit-small จาก Hugging 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137160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81912"/>
            <a:ext cx="3145536" cy="1152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Lightweight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ขนาดไม่ใหญ่มาก เหมาะกับ CPU inference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137160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581912"/>
            <a:ext cx="3145536" cy="1152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CNN + Transformer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เรียนรู้ทั้งรายละเอียดเฉพาะจุดและภาพรวม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474720" cy="137160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581912"/>
            <a:ext cx="3145536" cy="1152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Real-world API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เหมาะกับระบบที่ต้องการ response เร็วและ deploy ง่าย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งานที่ใช้: Image Classification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Runtime ที่ใช้จริงใน API: ONNX Quantized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ผลลัพธ์ที่ API ส่งกลับ: label และ confidence score ในรูปแบบ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084831"/>
            <a:ext cx="149961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Client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curl / Postman / JMeter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96596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99232" y="2084831"/>
            <a:ext cx="149961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FastAPI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รับ request และตรวจสอบ 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196596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552" y="2084831"/>
            <a:ext cx="149961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ProcessPoolExecutor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แยกงาน inference ที่ใช้ CPU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96596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2084831"/>
            <a:ext cx="149961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ONNX Quantized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ประมวลผลโมเดล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0" y="1965960"/>
            <a:ext cx="1828800" cy="1143000"/>
          </a:xfrm>
          <a:prstGeom prst="roundRect">
            <a:avLst/>
          </a:prstGeom>
          <a:solidFill>
            <a:srgbClr val="E8F2FA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22992" y="2084831"/>
            <a:ext cx="1499616" cy="923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JSON Response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ส่งผลลัพธ์กลับ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9476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FastAPI ใช้ async request layer เพื่อรองรับการรับส่งข้อมูล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Inference เป็นงาน CPU-bound จึงแยกไปทำงานใน process pool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Docker ใช้บรรจุแอปพลิเคชันและโมเดลให้ deploy ได้ง่าย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515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Runtime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Model Size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Avg Latency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P95 Latency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PyTorch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21.44 MB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34.43 ms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37.51 ms</a:t>
                      </a:r>
                    </a:p>
                  </a:txBody>
                  <a:tcPr marL="45720" marR="45720" marT="27432" marB="27432"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ONNX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21.49 MB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55.58 ms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63.64 ms</a:t>
                      </a:r>
                    </a:p>
                  </a:txBody>
                  <a:tcPr marL="45720" marR="45720" marT="27432" marB="27432"/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ONNX Quantized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11.56 MB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47.00 ms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56.47 ms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703320"/>
            <a:ext cx="4754880" cy="123444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3822191"/>
            <a:ext cx="4425696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ผลลัพธ์สำคัญ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ONNX Quantized ลดขนาดโมเดลลงประมาณ 46% เมื่อเทียบกับ ONNX ปกติ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703320"/>
            <a:ext cx="4754880" cy="1234440"/>
          </a:xfrm>
          <a:prstGeom prst="roundRect">
            <a:avLst/>
          </a:prstGeom>
          <a:solidFill>
            <a:srgbClr val="ED7D31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3822191"/>
            <a:ext cx="4425696" cy="10149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ข้อสังเกต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Latency ดีขึ้นกว่า ONNX ปกติ แต่ PyTorch บนเครื่องทดสอบยังเร็วกว่า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API และ Error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Endpoint หลัก: /predict รับไฟล์รูปภาพแบบ multipart/form-data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รองรับไฟล์ JPEG, PNG และ WebP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ตรวจสอบไฟล์ว่าง ไฟล์เสีย และขนาดไฟล์ก่อนเข้าโมเดล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ตอบกลับ 400 Bad Request สำหรับ input ที่ไม่ถูกต้อง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ตอบกลับ 413 Request Entity Too Large เมื่อไฟล์มีขนาดใหญ่เกินกำหนด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ผลการทดสอบ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536192"/>
            <a:ext cx="2871216" cy="9692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Unit Test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ผ่าน 3/3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5152" y="1536192"/>
            <a:ext cx="2871216" cy="9692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Docker Test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API รันและทำนายผลได้จริง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17320"/>
            <a:ext cx="3200400" cy="1188720"/>
          </a:xfrm>
          <a:prstGeom prst="roundRect">
            <a:avLst/>
          </a:prstGeom>
          <a:solidFill>
            <a:srgbClr val="70AD4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536192"/>
            <a:ext cx="2871216" cy="9692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Prediction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runtime: onnx-quantized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97280" y="3291840"/>
          <a:ext cx="987552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493776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Input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ผลลัพธ์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sample_images/benchmark.png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tabby cat, Egyptian cat, tiger cat</a:t>
                      </a:r>
                    </a:p>
                  </a:txBody>
                  <a:tcPr marL="45720" marR="45720" marT="27432" marB="27432"/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README.md เป็น text/plain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400 Bad Request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ผลการทดสอบโหลด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280160"/>
          <a:ext cx="9601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หัวข้อ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Tahoma"/>
                        </a:rPr>
                        <a:t>ผลการทดสอบ</a:t>
                      </a:r>
                    </a:p>
                  </a:txBody>
                  <a:tcPr marL="45720" marR="45720" marT="27432" marB="27432">
                    <a:solidFill>
                      <a:srgbClr val="3275B5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จำนวน request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30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Concurrent users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10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Success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30/30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Throughput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10.32 requests/second</a:t>
                      </a:r>
                    </a:p>
                  </a:txBody>
                  <a:tcPr marL="45720" marR="45720" marT="27432" marB="27432"/>
                </a:tc>
              </a:tr>
              <a:tr h="391885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Average Latency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874.90 ms</a:t>
                      </a:r>
                    </a:p>
                  </a:txBody>
                  <a:tcPr marL="45720" marR="45720" marT="27432" marB="27432"/>
                </a:tc>
              </a:tr>
              <a:tr h="39189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P95 Latency</a:t>
                      </a:r>
                    </a:p>
                  </a:txBody>
                  <a:tcPr marL="45720" marR="45720" marT="27432" marB="27432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82828"/>
                          </a:solidFill>
                          <a:latin typeface="Tahoma"/>
                        </a:rPr>
                        <a:t>1187.96 ms</a:t>
                      </a:r>
                    </a:p>
                  </a:txBody>
                  <a:tcPr marL="45720" marR="45720" marT="27432" marB="27432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57200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82828"/>
                </a:solidFill>
                <a:latin typeface="Tahoma"/>
              </a:defRPr>
            </a:pPr>
            <a:r>
              <a:t>เมื่อจำนวนผู้ใช้พร้อมกันเพิ่มขึ้น latency จะสูงขึ้นตามภาระ CPU</a:t>
            </a:r>
          </a:p>
          <a:p>
            <a:pPr>
              <a:spcAft>
                <a:spcPts val="800"/>
              </a:spcAft>
              <a:defRPr sz="1700">
                <a:solidFill>
                  <a:srgbClr val="282828"/>
                </a:solidFill>
                <a:latin typeface="Tahoma"/>
              </a:defRPr>
            </a:pPr>
            <a:r>
              <a:t>หากเพิ่ม threads มากเกินไปอาจพบ Socket closed ซึ่งเป็นจุดที่ระบบเริ่มรับโหลดไม่ไหว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CI/CD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1031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764792"/>
            <a:ext cx="177393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Push Code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ส่งโค้ดขึ้น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1031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9312" y="1764792"/>
            <a:ext cx="177393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GitHub Actions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ติดตั้ง dependencies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645920"/>
            <a:ext cx="21031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1" y="1764792"/>
            <a:ext cx="177393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Unit Test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รัน pytest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1645920"/>
            <a:ext cx="21031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9952" y="1764792"/>
            <a:ext cx="1773936" cy="8778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6365C"/>
                </a:solidFill>
                <a:latin typeface="Tahoma"/>
              </a:rPr>
              <a:t>Deploy</a:t>
            </a:r>
          </a:p>
          <a:p>
            <a:pPr>
              <a:spcBef>
                <a:spcPts val="600"/>
              </a:spcBef>
              <a:defRPr sz="1400">
                <a:solidFill>
                  <a:srgbClr val="282828"/>
                </a:solidFill>
                <a:latin typeface="Tahoma"/>
              </a:defRPr>
            </a:pPr>
            <a:r>
              <a:t>Hugging Face Spaces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Workflow อยู่ที่ .github/workflows/ci-cd.yml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รัน unit test ทุกครั้งที่ push หรือ pull request ไปยัง main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  <a:latin typeface="Tahoma"/>
              </a:defRPr>
            </a:pPr>
            <a:r>
              <a:t>รองรับการ deploy อัตโนมัติเมื่อกำหนด HF_TOKEN และ HF_SPACE_REPO_ID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6365C"/>
                </a:solidFill>
                <a:latin typeface="Tahoma"/>
              </a:rPr>
              <a:t>Live Demo และสรุปผล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24128"/>
            <a:ext cx="10972800" cy="36576"/>
          </a:xfrm>
          <a:prstGeom prst="rect">
            <a:avLst/>
          </a:prstGeom>
          <a:solidFill>
            <a:srgbClr val="327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7899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Demo: เปิด API บน Docker และเรียก /predict ด้วยไฟล์รูปภาพจริง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ผลลัพธ์ที่คาดหวัง: API ตอบ JSON พร้อม model, runtime และ predictions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ระบบใช้โมเดล apple/mobilevit-small เวอร์ชัน ONNX Quantized</a:t>
            </a:r>
          </a:p>
          <a:p>
            <a:pPr>
              <a:spcAft>
                <a:spcPts val="800"/>
              </a:spcAft>
              <a:defRPr sz="1900">
                <a:solidFill>
                  <a:srgbClr val="282828"/>
                </a:solidFill>
                <a:latin typeface="Tahoma"/>
              </a:defRPr>
            </a:pPr>
            <a:r>
              <a:t>โปรเจกต์มี deliverables ครบ: Source Code, README, CI/CD, Docker, Postman, JMeter และ Report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64465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Tahoma"/>
              </a:rPr>
              <a:t>MobileViT MLOps |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